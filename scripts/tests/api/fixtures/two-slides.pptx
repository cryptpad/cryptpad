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NodeJS API test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Second slide with an image</a:t>
            </a:r>
            <a:endParaRPr lang="en-US" sz="2800" dirty="0"/>
          </a:p>
        </p:txBody>
      </p:sp>
      <p:pic>
        <p:nvPicPr>
          <p:cNvPr id="3" name="Image 0" descr="/tmp/claude-1000/-home-friedger--repos-github-friedger-diday/314fbb45-7e14-4f64-936b-6ee73ce33a90/scratchpad/fi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NodeJS API test</dc:title>
  <dc:subject>PptxGenJS Presentation</dc:subject>
  <dc:creator>PptxGenJS</dc:creator>
  <cp:lastModifiedBy>PptxGenJS</cp:lastModifiedBy>
  <cp:revision>1</cp:revision>
  <dcterms:created xsi:type="dcterms:W3CDTF">2026-09-28T05:41:58Z</dcterms:created>
  <dcterms:modified xsi:type="dcterms:W3CDTF">2026-09-28T05:41:58Z</dcterms:modified>
</cp:coreProperties>
</file>